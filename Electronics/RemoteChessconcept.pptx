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3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nd Heisterkamp" userId="628848f405c71e5d" providerId="LiveId" clId="{E5A03998-7AF0-4FF6-9AAD-644D71634BC0}"/>
    <pc:docChg chg="modSld">
      <pc:chgData name="Bernd Heisterkamp" userId="628848f405c71e5d" providerId="LiveId" clId="{E5A03998-7AF0-4FF6-9AAD-644D71634BC0}" dt="2026-01-26T14:48:08.356" v="3" actId="20577"/>
      <pc:docMkLst>
        <pc:docMk/>
      </pc:docMkLst>
      <pc:sldChg chg="modSp mod">
        <pc:chgData name="Bernd Heisterkamp" userId="628848f405c71e5d" providerId="LiveId" clId="{E5A03998-7AF0-4FF6-9AAD-644D71634BC0}" dt="2026-01-26T14:48:08.356" v="3" actId="20577"/>
        <pc:sldMkLst>
          <pc:docMk/>
          <pc:sldMk cId="3980222398" sldId="256"/>
        </pc:sldMkLst>
        <pc:spChg chg="mod">
          <ac:chgData name="Bernd Heisterkamp" userId="628848f405c71e5d" providerId="LiveId" clId="{E5A03998-7AF0-4FF6-9AAD-644D71634BC0}" dt="2026-01-26T14:48:08.356" v="3" actId="20577"/>
          <ac:spMkLst>
            <pc:docMk/>
            <pc:sldMk cId="3980222398" sldId="256"/>
            <ac:spMk id="15" creationId="{FE218ACF-8C2B-539E-A8A5-03365BEB0D8F}"/>
          </ac:spMkLst>
        </pc:spChg>
        <pc:spChg chg="mod">
          <ac:chgData name="Bernd Heisterkamp" userId="628848f405c71e5d" providerId="LiveId" clId="{E5A03998-7AF0-4FF6-9AAD-644D71634BC0}" dt="2026-01-26T14:48:01.680" v="1" actId="20577"/>
          <ac:spMkLst>
            <pc:docMk/>
            <pc:sldMk cId="3980222398" sldId="256"/>
            <ac:spMk id="16" creationId="{E400CECD-88CE-6A1A-9AD9-05B8E226C1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5448-9785-67BD-AAA1-620AB836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DA345-200A-120F-A8F3-C12534DB5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09F48-901B-081A-8AD1-0B1747C1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D17B7-D517-5FBC-4C0F-3D5F96B94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27498-12B8-E31D-60C8-FEE2B9C0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446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B784-9A6A-138F-1C7B-1EE8B997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EE5A-65F1-9A87-FD42-330812E1C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A11DD-C502-EC07-A52E-09E7DEE8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AE138-8BA2-D0C2-F511-1B057AD1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181E9-9BD3-9A5B-FC26-EFB1C9DB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956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9EE2-8F82-1DBF-C30F-93C1AF03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2669C-8DDF-8EA2-4EFB-24BA2ACE6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5091E-7581-267D-7D9D-11B8D27B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FF193-2A23-CA08-E27D-62839CDA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B2F09-346F-F435-AAD7-355DA8DD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164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7E7F-CB4F-820C-FE45-9CE99598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64212-0B31-9EA2-F374-893258645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F4D3D-39D2-3E71-F1A9-DB56B755F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3D13C-95CF-B732-348B-E7061703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F990F-A370-B297-9C17-D30BA071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79BEC-2C26-2872-CD4F-91529767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785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0059-9ED6-300F-119E-4D96B7B8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A6CF2-268D-587F-4B61-8AC8B6F52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4F983-129F-6BA8-4E6B-8C1EBD7F8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BCFDD-F215-FFFB-3D0B-84BA13376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40D05-C981-4F71-322C-FAAFECC9F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F509D1-132B-854C-42DE-2F761F22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FE27D2-5C6C-34BF-352B-6E1A896B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98B38-031F-AF51-F378-14A67099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054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8FC1-083D-6AF7-9146-8AADA4C3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5BC280-76AE-0E93-6030-F9A8B722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2D504-508A-47A8-156C-CAFABB88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63152-6580-0777-8319-73BEDFCF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8936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96B3F-0E03-983F-477E-2D122FAD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E5835-566B-B32E-4157-FD6ED58D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DAB9-04F3-D9AD-80D7-EEE4B750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76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284C-91F5-53EC-2573-0A02D77E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193B-DC1B-D96E-F98C-BCDB0029C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05E78-1207-54B1-0281-2663C2B61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23820-FFF6-74D1-0F21-A14A5AE2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71BBE-B6B0-662C-70B9-4F13773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0B277-6AC0-2A79-0616-96988D17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656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4847-1299-57A1-2FEA-80E12109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7DE5F-9DA6-9926-611E-47F457126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8048B-23F6-2DAC-9DDC-B2871443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2EFD7-79CA-40F8-238E-60E4CC92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B82DD-7298-B199-65C9-336CD3F2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4FC05-500B-C24B-3CE7-81467026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612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05A75-394A-7A5C-C1FB-A14473E1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F0F10-6287-BF38-4B9B-311862FA7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33803-89DF-78B1-B60B-C96ED5C4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6A8A3-3DB9-BDBD-5733-D3DA0E2A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ADFCF-339A-0BA2-E127-37B8140F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748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CB8C2-FCBA-5232-AC62-041AA2EC8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948B-FA61-F9B8-C222-F3F1EF980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733D-163F-BF09-4DCB-40D146C8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44C5D-2994-EA42-D16C-0864E3AD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8B6F-17D8-7537-FE5F-BBCFA33B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038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11D45-BCB7-45E9-20DA-42E91274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B1086-3068-A094-C242-83C5691C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F981-AB9C-B47A-CF1D-A24F1A536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C5592-5C9C-448F-9B92-EB6E1B755B8A}" type="datetimeFigureOut">
              <a:rPr lang="LID4096" smtClean="0"/>
              <a:t>01/26/2026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027B-785B-C7EF-D174-94C491DA9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D277-6EB9-29EB-B7A1-6D88914E7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1B4F2-7D2F-4ECB-B03D-9497E1151CE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473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6EC3B-BE75-DC31-2A00-922ED276E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70" y="275756"/>
            <a:ext cx="9101243" cy="6161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E681C-3BA1-ACAA-9C81-570CC3DB7268}"/>
              </a:ext>
            </a:extLst>
          </p:cNvPr>
          <p:cNvSpPr txBox="1"/>
          <p:nvPr/>
        </p:nvSpPr>
        <p:spPr>
          <a:xfrm>
            <a:off x="1283677" y="2960953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Battery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87CD3-CEAC-2533-E4BB-046F50F15833}"/>
              </a:ext>
            </a:extLst>
          </p:cNvPr>
          <p:cNvSpPr txBox="1"/>
          <p:nvPr/>
        </p:nvSpPr>
        <p:spPr>
          <a:xfrm>
            <a:off x="844061" y="520592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Xiao ESP32 C6</a:t>
            </a:r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6DEC4-17BB-1473-DBB9-A947C956DC18}"/>
              </a:ext>
            </a:extLst>
          </p:cNvPr>
          <p:cNvSpPr txBox="1"/>
          <p:nvPr/>
        </p:nvSpPr>
        <p:spPr>
          <a:xfrm>
            <a:off x="668220" y="3808931"/>
            <a:ext cx="123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Neopixel 1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6A0BA-C2F4-E8B7-A951-ADD0F00D887B}"/>
              </a:ext>
            </a:extLst>
          </p:cNvPr>
          <p:cNvSpPr txBox="1"/>
          <p:nvPr/>
        </p:nvSpPr>
        <p:spPr>
          <a:xfrm>
            <a:off x="2016370" y="446810"/>
            <a:ext cx="1230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Neopixel 8</a:t>
            </a:r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DA9FB-0265-50E1-24FC-15C9B9C3C059}"/>
              </a:ext>
            </a:extLst>
          </p:cNvPr>
          <p:cNvSpPr txBox="1"/>
          <p:nvPr/>
        </p:nvSpPr>
        <p:spPr>
          <a:xfrm>
            <a:off x="10031164" y="631476"/>
            <a:ext cx="1354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Neopixel 64</a:t>
            </a:r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45133-5781-DF21-569E-1562A5D1A591}"/>
              </a:ext>
            </a:extLst>
          </p:cNvPr>
          <p:cNvSpPr txBox="1"/>
          <p:nvPr/>
        </p:nvSpPr>
        <p:spPr>
          <a:xfrm>
            <a:off x="1207478" y="1334549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Hall Sensor</a:t>
            </a:r>
            <a:endParaRPr lang="LID4096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18ACF-8C2B-539E-A8A5-03365BEB0D8F}"/>
              </a:ext>
            </a:extLst>
          </p:cNvPr>
          <p:cNvSpPr txBox="1"/>
          <p:nvPr/>
        </p:nvSpPr>
        <p:spPr>
          <a:xfrm>
            <a:off x="8787049" y="6146954"/>
            <a:ext cx="1572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PCB I2C</a:t>
            </a:r>
            <a:br>
              <a:rPr lang="de-CH" dirty="0"/>
            </a:br>
            <a:r>
              <a:rPr lang="de-CH" dirty="0"/>
              <a:t>address: 0x27</a:t>
            </a:r>
            <a:endParaRPr lang="LID4096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0CECD-88CE-6A1A-9AD9-05B8E226C140}"/>
              </a:ext>
            </a:extLst>
          </p:cNvPr>
          <p:cNvSpPr txBox="1"/>
          <p:nvPr/>
        </p:nvSpPr>
        <p:spPr>
          <a:xfrm>
            <a:off x="3177556" y="5500623"/>
            <a:ext cx="1572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PCB I2C</a:t>
            </a:r>
            <a:br>
              <a:rPr lang="de-CH" dirty="0"/>
            </a:br>
            <a:r>
              <a:rPr lang="de-CH" dirty="0"/>
              <a:t>address: 0x20</a:t>
            </a:r>
            <a:endParaRPr lang="LID4096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13BB26-E274-FD9A-D441-70587EF9E506}"/>
              </a:ext>
            </a:extLst>
          </p:cNvPr>
          <p:cNvCxnSpPr>
            <a:cxnSpLocks/>
          </p:cNvCxnSpPr>
          <p:nvPr/>
        </p:nvCxnSpPr>
        <p:spPr>
          <a:xfrm flipV="1">
            <a:off x="3683977" y="4317023"/>
            <a:ext cx="210637" cy="1183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7C4C6A3-FC3D-7759-90D3-F608B1F8C0C2}"/>
              </a:ext>
            </a:extLst>
          </p:cNvPr>
          <p:cNvCxnSpPr>
            <a:cxnSpLocks/>
          </p:cNvCxnSpPr>
          <p:nvPr/>
        </p:nvCxnSpPr>
        <p:spPr>
          <a:xfrm flipV="1">
            <a:off x="9433492" y="4897315"/>
            <a:ext cx="284418" cy="1249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9AA824-B3E6-F9C5-4CCE-438C87F45688}"/>
              </a:ext>
            </a:extLst>
          </p:cNvPr>
          <p:cNvCxnSpPr>
            <a:cxnSpLocks/>
          </p:cNvCxnSpPr>
          <p:nvPr/>
        </p:nvCxnSpPr>
        <p:spPr>
          <a:xfrm flipV="1">
            <a:off x="2265533" y="4466492"/>
            <a:ext cx="927764" cy="739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D9A3EE-F8F2-1E1E-2A48-4915D40AC60A}"/>
              </a:ext>
            </a:extLst>
          </p:cNvPr>
          <p:cNvCxnSpPr>
            <a:cxnSpLocks/>
          </p:cNvCxnSpPr>
          <p:nvPr/>
        </p:nvCxnSpPr>
        <p:spPr>
          <a:xfrm>
            <a:off x="1958695" y="3993597"/>
            <a:ext cx="2079038" cy="178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1BEE21-B455-7406-EF12-0EAAC9B04073}"/>
              </a:ext>
            </a:extLst>
          </p:cNvPr>
          <p:cNvCxnSpPr>
            <a:cxnSpLocks/>
          </p:cNvCxnSpPr>
          <p:nvPr/>
        </p:nvCxnSpPr>
        <p:spPr>
          <a:xfrm>
            <a:off x="3333226" y="669001"/>
            <a:ext cx="1994912" cy="331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C03727F-E5CE-AF3B-EE6E-C405824EDB2D}"/>
              </a:ext>
            </a:extLst>
          </p:cNvPr>
          <p:cNvCxnSpPr>
            <a:cxnSpLocks/>
          </p:cNvCxnSpPr>
          <p:nvPr/>
        </p:nvCxnSpPr>
        <p:spPr>
          <a:xfrm flipH="1">
            <a:off x="10155115" y="1051096"/>
            <a:ext cx="371208" cy="652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367754-1F99-4972-1423-F6557AAAD427}"/>
              </a:ext>
            </a:extLst>
          </p:cNvPr>
          <p:cNvCxnSpPr>
            <a:cxnSpLocks/>
          </p:cNvCxnSpPr>
          <p:nvPr/>
        </p:nvCxnSpPr>
        <p:spPr>
          <a:xfrm flipV="1">
            <a:off x="2538292" y="1519215"/>
            <a:ext cx="2367816" cy="58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2C191B-5CED-5789-13D1-E2B0A8C09A0D}"/>
              </a:ext>
            </a:extLst>
          </p:cNvPr>
          <p:cNvCxnSpPr>
            <a:cxnSpLocks/>
          </p:cNvCxnSpPr>
          <p:nvPr/>
        </p:nvCxnSpPr>
        <p:spPr>
          <a:xfrm>
            <a:off x="2538292" y="1611548"/>
            <a:ext cx="2212195" cy="27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E4DB60-7A05-D037-914B-A2379D09052F}"/>
              </a:ext>
            </a:extLst>
          </p:cNvPr>
          <p:cNvCxnSpPr>
            <a:cxnSpLocks/>
          </p:cNvCxnSpPr>
          <p:nvPr/>
        </p:nvCxnSpPr>
        <p:spPr>
          <a:xfrm>
            <a:off x="2259663" y="3227379"/>
            <a:ext cx="933634" cy="328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22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Carrier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Heisterkamp, Bernd</dc:creator>
  <cp:lastModifiedBy>Bernd Heisterkamp</cp:lastModifiedBy>
  <cp:revision>1</cp:revision>
  <dcterms:created xsi:type="dcterms:W3CDTF">2026-01-26T14:04:55Z</dcterms:created>
  <dcterms:modified xsi:type="dcterms:W3CDTF">2026-01-26T14:48:13Z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864bb8-b671-4bed-ba85-9478127ab5e9_Enabled">
    <vt:lpwstr>true</vt:lpwstr>
  </property>
  <property fmtid="{D5CDD505-2E9C-101B-9397-08002B2CF9AE}" pid="3" name="MSIP_Label_b7864bb8-b671-4bed-ba85-9478127ab5e9_SetDate">
    <vt:lpwstr>2026-01-26T14:12:19Z</vt:lpwstr>
  </property>
  <property fmtid="{D5CDD505-2E9C-101B-9397-08002B2CF9AE}" pid="4" name="MSIP_Label_b7864bb8-b671-4bed-ba85-9478127ab5e9_Method">
    <vt:lpwstr>Standard</vt:lpwstr>
  </property>
  <property fmtid="{D5CDD505-2E9C-101B-9397-08002B2CF9AE}" pid="5" name="MSIP_Label_b7864bb8-b671-4bed-ba85-9478127ab5e9_Name">
    <vt:lpwstr>Confidential – 2023</vt:lpwstr>
  </property>
  <property fmtid="{D5CDD505-2E9C-101B-9397-08002B2CF9AE}" pid="6" name="MSIP_Label_b7864bb8-b671-4bed-ba85-9478127ab5e9_SiteId">
    <vt:lpwstr>36839a65-7f3f-4bac-9ea4-f571f10a9a03</vt:lpwstr>
  </property>
  <property fmtid="{D5CDD505-2E9C-101B-9397-08002B2CF9AE}" pid="7" name="MSIP_Label_b7864bb8-b671-4bed-ba85-9478127ab5e9_ActionId">
    <vt:lpwstr>cd18baae-d250-4ca4-9278-6d1915bc5221</vt:lpwstr>
  </property>
  <property fmtid="{D5CDD505-2E9C-101B-9397-08002B2CF9AE}" pid="8" name="MSIP_Label_b7864bb8-b671-4bed-ba85-9478127ab5e9_ContentBits">
    <vt:lpwstr>0</vt:lpwstr>
  </property>
  <property fmtid="{D5CDD505-2E9C-101B-9397-08002B2CF9AE}" pid="9" name="MSIP_Label_b7864bb8-b671-4bed-ba85-9478127ab5e9_Tag">
    <vt:lpwstr>10, 3, 0, 1</vt:lpwstr>
  </property>
</Properties>
</file>